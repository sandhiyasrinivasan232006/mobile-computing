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D14FD-9C7B-F586-6B51-10BF5E69B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68068-3C19-902A-1975-9F50A338C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1EEC6-5BE5-DE7F-A252-040EB3A9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0DF6B-90C2-C19A-A4E8-48AA09CC9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0E29F-4BA4-6110-5F8A-60F2E37A8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390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CDC6A-3F57-385C-155C-F88429C39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27F6B-CEBF-E599-D13D-F81DB236B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7EB5A-53CD-F1AA-66D7-D1C20A8C6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431AB-8BF7-BC31-0BA8-C44DE5841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DEA29-04D7-37DA-4DA5-1F7BCF72D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7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CEC1-FAF3-CCC7-7592-7E1E67FAE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17DB4C-69C0-B26D-850F-1A10ACDE0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D9221-96CE-F368-11BC-F19519041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89F91-870F-0EE1-4760-806B38B77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D1408-24D4-3B98-0BB6-70061512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231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64397-1375-8FB9-29DF-B032B693E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A5E60-F6ED-EC02-BE20-0000E2939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5110C-AC4A-12D8-A60E-5A1895D5D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54A52-CF31-EA80-4CC7-775AACDC2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7F661-1C97-8620-8CB3-990B21057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6F1A4-D189-D801-0E2A-86D41D89E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53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18320-A282-07FD-106B-365DC8CCA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1814D-5645-95F0-FCDB-0B93350C9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546FA-0770-2B7E-DB04-93A4346AE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20BF8B-A5FF-ADCF-1E4E-E5E485A4A5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DA3690-EF49-DD75-33D0-1C5BFCC7A4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D3D893-5EC0-F2ED-3AAE-36D460131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D407B9-01F9-62C9-E4AD-31C3FF61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3DD95C-9B68-E3E6-0B8C-7593970C3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020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507C-9313-FCB7-17CF-EED88BE6A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27F30-2009-F1E9-4FB6-B5B0EC674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5DB5C-3577-8CFB-167D-F64558CBD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732C10-787B-C3E7-9D22-47FE3CCC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31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9BA1D9-31FF-C749-3408-C7CEBDB8C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3E941-9E6D-5B8C-7773-E81F57FDE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FA818-0A0D-7E2B-AF89-A54DE2B9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594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E4BDF-758D-4CC4-FF8D-126EB2D1A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DE4CE-6B96-238B-4BD2-0C2A6496A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7149F-E64D-7351-2821-2C57C700E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1EF66-AC7D-7BE3-6EE1-F4750C1A0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1D01E-0F51-F5F8-8EFC-6C97B27C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D065E-3182-5D54-FC37-C6617B630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608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4AAFE-F3B7-D0A5-6AE1-B4D821DE4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996585-2CE5-2F86-F03D-7B2869805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5DAF28-11E2-C9AF-4580-5BCF133DF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CD10C-5D8A-38CC-2BDC-A153F3B96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5AA5D-E401-B64D-504A-8A2378569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A1872-2280-1EBC-43FD-FDB6DCA8F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19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9D407-485D-0326-4799-A9A0AF4EA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91252D-5127-8798-41FE-3E12FA8AA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DCE55-14DD-0451-8CFF-8B6E485C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65E72-C26C-8DA0-7561-9C28BC492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96AE6-D7FF-DD02-FD9B-B2046BAA4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698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9A34F2-2C37-DDCB-B5D9-07D2B82A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18727-C946-D897-1786-783068AA1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BF920-75AE-4BEC-E24D-CD17C6B36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76375-A325-23DF-BEA9-741420349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928AC-3AD1-21FF-70FC-62F8D6346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373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78B876-2D41-F7B0-70D2-DAA8FA794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D466F-D468-BF1C-E289-013AC832D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B7704-ABE4-0B9D-0609-B3273DAB83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49733-86A0-4240-B846-1280DBC3875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D0491-0AC0-1232-F048-95D8B6F27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694F8-7D96-6DFB-03F0-25D1B9FCB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82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A70757C7-FF77-1196-7848-A3FD50AB3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44" y="315294"/>
            <a:ext cx="9143997" cy="9369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151B79-2675-DEA8-11E0-D4299EA081DC}"/>
              </a:ext>
            </a:extLst>
          </p:cNvPr>
          <p:cNvSpPr txBox="1"/>
          <p:nvPr/>
        </p:nvSpPr>
        <p:spPr>
          <a:xfrm>
            <a:off x="855407" y="1347019"/>
            <a:ext cx="98125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 Preserving Mobile Data Sharing Framework for Mobile Users Using  Encryption  and Access Control Mechanism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DE177-6C0F-5EC4-0BFD-018B9B5853E4}"/>
              </a:ext>
            </a:extLst>
          </p:cNvPr>
          <p:cNvSpPr txBox="1"/>
          <p:nvPr/>
        </p:nvSpPr>
        <p:spPr>
          <a:xfrm>
            <a:off x="1317171" y="3301383"/>
            <a:ext cx="10232571" cy="2790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NAME OF THE STUDENT: </a:t>
            </a:r>
            <a:r>
              <a:rPr lang="en-IN" sz="22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Sandhiya, Keerthika, Srilekha</a:t>
            </a:r>
            <a:endParaRPr lang="en-IN" dirty="0">
              <a:effectLst/>
            </a:endParaRPr>
          </a:p>
          <a:p>
            <a:pPr rtl="0">
              <a:spcBef>
                <a:spcPts val="1000"/>
              </a:spcBef>
              <a:buNone/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REGISTER NO</a:t>
            </a: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r>
              <a:rPr lang="en-IN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192321015, 192321118, 192321129</a:t>
            </a:r>
            <a:endParaRPr lang="en-IN" dirty="0">
              <a:effectLst/>
            </a:endParaRPr>
          </a:p>
          <a:p>
            <a:pPr algn="ctr" rtl="0">
              <a:spcBef>
                <a:spcPts val="1000"/>
              </a:spcBef>
              <a:buNone/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ITA03 MOBILE COMPUTING</a:t>
            </a:r>
            <a:endParaRPr lang="en-IN" b="0" dirty="0">
              <a:effectLst/>
            </a:endParaRPr>
          </a:p>
          <a:p>
            <a:pPr algn="ctr" rtl="0">
              <a:spcBef>
                <a:spcPts val="1000"/>
              </a:spcBef>
              <a:buNone/>
            </a:pPr>
            <a:r>
              <a:rPr lang="en-IN" sz="2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Course Faculty : </a:t>
            </a: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Dr. Terrance Frederick Fernandez, </a:t>
            </a:r>
            <a:endParaRPr lang="en-IN" b="0" dirty="0">
              <a:effectLst/>
            </a:endParaRPr>
          </a:p>
          <a:p>
            <a:pPr algn="ctr" rtl="0">
              <a:spcBef>
                <a:spcPts val="1000"/>
              </a:spcBef>
              <a:buNone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Professor, SIMATS Engineering, SIMATS</a:t>
            </a:r>
            <a:endParaRPr lang="en-IN" b="0" dirty="0">
              <a:effectLst/>
            </a:endParaRPr>
          </a:p>
          <a:p>
            <a:pPr algn="ctr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818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DA6AB919-F041-96CF-A243-BD4C9A8B6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42" y="283029"/>
            <a:ext cx="11299372" cy="9470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C0F8F5-7476-E023-193B-EE9009AE0AAD}"/>
              </a:ext>
            </a:extLst>
          </p:cNvPr>
          <p:cNvSpPr txBox="1"/>
          <p:nvPr/>
        </p:nvSpPr>
        <p:spPr>
          <a:xfrm>
            <a:off x="3048000" y="150453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3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ABSTRACT </a:t>
            </a:r>
            <a:endParaRPr lang="en-IN" sz="3600" b="1" dirty="0">
              <a:effectLst/>
            </a:endParaRPr>
          </a:p>
          <a:p>
            <a:pPr>
              <a:buNone/>
            </a:pPr>
            <a:br>
              <a:rPr lang="en-IN" sz="3600" b="1" dirty="0"/>
            </a:br>
            <a:endParaRPr lang="en-I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9682D7-F182-4B9F-D3F0-0781800D7463}"/>
              </a:ext>
            </a:extLst>
          </p:cNvPr>
          <p:cNvSpPr txBox="1"/>
          <p:nvPr/>
        </p:nvSpPr>
        <p:spPr>
          <a:xfrm>
            <a:off x="849085" y="2220685"/>
            <a:ext cx="10493829" cy="5185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Develops 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privacy-preserving mobile data sharing framework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secure communication among mobile users.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techniques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protect sensitive data during storage and transmission.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an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mechanism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that only authorized users can access shared data.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32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5EDEAB6A-F673-F565-F4EB-4E77CEFE6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044D07-3B0F-ABBB-D545-7093DBA09E6E}"/>
              </a:ext>
            </a:extLst>
          </p:cNvPr>
          <p:cNvSpPr txBox="1"/>
          <p:nvPr/>
        </p:nvSpPr>
        <p:spPr>
          <a:xfrm>
            <a:off x="2688772" y="1531360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4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INTRODUCTION </a:t>
            </a:r>
            <a:endParaRPr lang="en-IN" b="1" dirty="0">
              <a:effectLst/>
            </a:endParaRPr>
          </a:p>
          <a:p>
            <a:pPr>
              <a:buNone/>
            </a:pPr>
            <a:br>
              <a:rPr lang="en-IN" b="1" dirty="0"/>
            </a:b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0219AC-89DE-BC7B-2C63-1595E8545F36}"/>
              </a:ext>
            </a:extLst>
          </p:cNvPr>
          <p:cNvSpPr txBox="1"/>
          <p:nvPr/>
        </p:nvSpPr>
        <p:spPr>
          <a:xfrm>
            <a:off x="468086" y="2193079"/>
            <a:ext cx="11190514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users frequently share sensitive personal and organizational data across mobile networks and cloud platforms.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data sharing methods often lack strong security, increasing the risk of unauthorized access and privacy breaches.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information may be exposed during data transmission or storage without proper protection mechanisms.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472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EF6AEE01-5F56-7EBF-1E51-8E96B7F56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B2FEFB-E9F8-7F78-3750-2DC624F3C124}"/>
              </a:ext>
            </a:extLst>
          </p:cNvPr>
          <p:cNvSpPr txBox="1"/>
          <p:nvPr/>
        </p:nvSpPr>
        <p:spPr>
          <a:xfrm>
            <a:off x="2079171" y="1338942"/>
            <a:ext cx="78703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4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PROBLEM STATEMENT </a:t>
            </a:r>
            <a:endParaRPr lang="en-IN" b="1" dirty="0">
              <a:effectLst/>
            </a:endParaRPr>
          </a:p>
          <a:p>
            <a:pPr>
              <a:buNone/>
            </a:pPr>
            <a:br>
              <a:rPr lang="en-IN" b="1" dirty="0"/>
            </a:b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662D2F-D7A6-4533-BA94-21F106A1FA99}"/>
              </a:ext>
            </a:extLst>
          </p:cNvPr>
          <p:cNvSpPr txBox="1"/>
          <p:nvPr/>
        </p:nvSpPr>
        <p:spPr>
          <a:xfrm>
            <a:off x="707571" y="2275114"/>
            <a:ext cx="10940143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users are vulnerable to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breaches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sharing sensitive data over mobile networks and cloud platforms.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mobile data sharing systems often lack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encryption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data susceptible to unauthorized access and cyberattacks.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Inadequate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mechanisms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unauthorized users to access confidential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1469956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45793C5-A029-AB38-4327-564BA47F8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63A327-281B-899F-03B5-44B9C33C06E9}"/>
              </a:ext>
            </a:extLst>
          </p:cNvPr>
          <p:cNvSpPr txBox="1"/>
          <p:nvPr/>
        </p:nvSpPr>
        <p:spPr>
          <a:xfrm>
            <a:off x="4125686" y="1447801"/>
            <a:ext cx="3494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22B951-3AE5-53FF-0A3F-386ED9827F6B}"/>
              </a:ext>
            </a:extLst>
          </p:cNvPr>
          <p:cNvSpPr txBox="1"/>
          <p:nvPr/>
        </p:nvSpPr>
        <p:spPr>
          <a:xfrm>
            <a:off x="619432" y="2057400"/>
            <a:ext cx="1036425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User Authentication &amp; Registration Module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Ensures secure user registration and login through authenticated credentials. Verifies user identity before granting access to the mobile data sharing system, preventing unauthorized users from accessing sensitive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Data Encryption &amp; Secure Storage Module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Protects sensitive mobile data by encrypting it before storage and transmission. Ensures data confidentiality and integrity, making the information unreadable to unauthorized users even if intercepted.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Access Control &amp; Secure Data Sharing Module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Implements role-based or permission-based access control to ensure that only authorized users can access or share encrypted data. Enables secure data sharing while preserving user privacy and preventing unauthorized access.</a:t>
            </a:r>
          </a:p>
        </p:txBody>
      </p:sp>
    </p:spTree>
    <p:extLst>
      <p:ext uri="{BB962C8B-B14F-4D97-AF65-F5344CB8AC3E}">
        <p14:creationId xmlns:p14="http://schemas.microsoft.com/office/powerpoint/2010/main" val="913746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1BEFA893-7846-EE86-9D87-C39BDEDD3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39FE71-46B4-C1FD-0F28-D0EE7E95B18B}"/>
              </a:ext>
            </a:extLst>
          </p:cNvPr>
          <p:cNvSpPr txBox="1"/>
          <p:nvPr/>
        </p:nvSpPr>
        <p:spPr>
          <a:xfrm>
            <a:off x="4348842" y="3429000"/>
            <a:ext cx="3494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084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326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Nikhitha Pittam</dc:creator>
  <cp:lastModifiedBy>sangeethasrini1986@outlook.com</cp:lastModifiedBy>
  <cp:revision>3</cp:revision>
  <dcterms:created xsi:type="dcterms:W3CDTF">2026-07-30T09:01:12Z</dcterms:created>
  <dcterms:modified xsi:type="dcterms:W3CDTF">2026-07-31T16:00:46Z</dcterms:modified>
</cp:coreProperties>
</file>